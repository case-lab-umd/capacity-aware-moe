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C5C34-02F0-7B6C-48B2-EDE483F3E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BDCA8D-C19E-C03B-C578-022F11CDC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50357-35D3-CD43-1656-67F857A5D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82C2C7-E705-16E6-9C2E-D4C50C461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8C78AE-A6FF-F482-F388-E30AC84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94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05390-DA77-E441-B8CC-EC7DEDA8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4650E-98B8-39DA-22CE-99C544600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C2DE9-FA44-ED2C-064E-1C235EFE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F0262-1F0C-2ABC-EAD4-0679E9B2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D1FD65-5B8D-DB21-6A20-5DD47DB6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34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8F6A6-6B88-6EB3-538F-142F325F7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5B838C-1AC4-5633-6753-48837BF56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892F9D-961F-7F02-FB02-82607898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9B995-0E85-A9B5-8423-63894247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B64814-8352-75C0-B7A1-DD6D9B0B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39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0EE19-986A-3C48-369E-F479DB77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81C6D9-B1B0-38C7-A998-80EA17340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27DD3A-D8A5-87CA-6375-F29C5DB10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3CC18D-CEB2-CDA0-9CFC-26E95FDD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80053D-9CB2-2EBA-569E-DF73D65D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3C9EA1-C382-4F8F-3063-68C62004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27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3EEA8F-7331-E7F6-7006-CBEC89B9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31A6BF-A88A-37C0-6333-17AFB1118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AA0984-6E3D-4893-B915-65C365232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245A8-A37F-28AA-8ABF-41730C163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451133-F71C-5610-8CB4-C069D4E32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739C88-A381-DED9-1D8F-EC685350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38B6C0-0A67-DAE6-1D46-BD8DB3289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4B8188-6BEB-4648-A671-F6A3A398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81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5CE59-5362-D40D-93DD-42388FB3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A134CF-CBFE-B655-9610-FD017AA76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A8AEE3-51CE-5B88-B14B-2EFD45DB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D538D0-FE16-5AB9-E831-FC88778D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0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083E49-EB46-2575-D196-B5E10E86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BA2353-4EB1-64AD-6770-5272E221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5FD266-AF4F-A1E9-0F85-6B179269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56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F4F0F-3FDF-14B7-5876-95FBEBE8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73E904-F56C-4D59-97AA-9308FF282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529253-7AE3-E1C7-E273-673BBC30A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154D1D-ED47-476C-DD3E-3BBDBBA0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AEA9E6-4042-F076-4247-E158A582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E42BA4-249F-7CA9-58AB-53ED4AF02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098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5DFFF-3DC7-DB31-7998-0B263B9F5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759D0D-716C-D43E-5FB7-D2A4A73BE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7647EE-998F-ED1D-7C6B-2A02BA5CB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B23E6F-76B1-E00F-8CAA-BCF951DE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029F4-D722-0625-2791-ECF34CC1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A50A0-4FBD-D999-9571-EC86CC36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88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A2BB3E-8C68-FE6D-EC23-61882D9B0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A798AC-98B4-4861-EABA-94CD7F3CB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8A0086-E7FA-1975-68DB-E821405B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3ED0D6-2821-BA04-A224-7A50FF98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D2B910-F579-5436-488A-1099D198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92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A3C7F4-4C0B-8A24-9A8F-05982B429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1944AF-2B11-76FC-CABA-CCB6A4EE2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634F3-9CEE-3D21-8003-C57A92CC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466BB2-A7EA-1761-6072-DB6DFF57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F640A1-28D8-7EA8-9EBC-784C6F854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7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C550ED3-E2C0-5979-3288-903D4696B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9959DB-24D6-6BA6-902B-5E945FFC1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B1388-D9F8-98B4-D1F9-28713E286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D3C0F-4CCE-4BD6-B563-921F9CE9F21C}" type="datetimeFigureOut">
              <a:rPr lang="zh-CN" altLang="en-US" smtClean="0"/>
              <a:t>2023/1/6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482EB1-1B4E-2414-1989-77A3687A4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BFAC42-D61F-5716-C85A-E7021D833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36C89-BCCE-4F7B-BB16-A7D0E9B96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12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DC3795A-EF14-2CCC-D882-127E777B2C5C}"/>
              </a:ext>
            </a:extLst>
          </p:cNvPr>
          <p:cNvSpPr txBox="1"/>
          <p:nvPr/>
        </p:nvSpPr>
        <p:spPr>
          <a:xfrm>
            <a:off x="369455" y="341745"/>
            <a:ext cx="591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BERT-Base-Cased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9DA74C-C1A8-7473-1B7D-450F7D286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185" y="332388"/>
            <a:ext cx="6752360" cy="306082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B079201-7F75-CE13-4032-A8BDD12E9914}"/>
              </a:ext>
            </a:extLst>
          </p:cNvPr>
          <p:cNvSpPr txBox="1"/>
          <p:nvPr/>
        </p:nvSpPr>
        <p:spPr>
          <a:xfrm>
            <a:off x="1131455" y="1214583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Single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C2BF41-3A2F-A4A4-87C7-C2CB9997EBA1}"/>
              </a:ext>
            </a:extLst>
          </p:cNvPr>
          <p:cNvSpPr txBox="1"/>
          <p:nvPr/>
        </p:nvSpPr>
        <p:spPr>
          <a:xfrm>
            <a:off x="1131455" y="4438072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C6B163B-3035-222E-5C03-6E3F8480E0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9" t="2541" r="343" b="2806"/>
          <a:stretch/>
        </p:blipFill>
        <p:spPr>
          <a:xfrm>
            <a:off x="4199584" y="3631327"/>
            <a:ext cx="6837871" cy="306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9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DC3795A-EF14-2CCC-D882-127E777B2C5C}"/>
              </a:ext>
            </a:extLst>
          </p:cNvPr>
          <p:cNvSpPr txBox="1"/>
          <p:nvPr/>
        </p:nvSpPr>
        <p:spPr>
          <a:xfrm>
            <a:off x="369455" y="341745"/>
            <a:ext cx="591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Roberta-Base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079201-7F75-CE13-4032-A8BDD12E9914}"/>
              </a:ext>
            </a:extLst>
          </p:cNvPr>
          <p:cNvSpPr txBox="1"/>
          <p:nvPr/>
        </p:nvSpPr>
        <p:spPr>
          <a:xfrm>
            <a:off x="1131455" y="1214583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Single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C2BF41-3A2F-A4A4-87C7-C2CB9997EBA1}"/>
              </a:ext>
            </a:extLst>
          </p:cNvPr>
          <p:cNvSpPr txBox="1"/>
          <p:nvPr/>
        </p:nvSpPr>
        <p:spPr>
          <a:xfrm>
            <a:off x="1131455" y="4438072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308DE3-8ED5-0D13-A24E-5ED4A61B64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4" t="2183" r="1511" b="3970"/>
          <a:stretch/>
        </p:blipFill>
        <p:spPr>
          <a:xfrm>
            <a:off x="4405745" y="637309"/>
            <a:ext cx="6530110" cy="28725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3FAC02-8D0C-5FDC-AB63-36E43AEF59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75"/>
          <a:stretch/>
        </p:blipFill>
        <p:spPr>
          <a:xfrm>
            <a:off x="4405745" y="3472873"/>
            <a:ext cx="6654800" cy="312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1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DC3795A-EF14-2CCC-D882-127E777B2C5C}"/>
              </a:ext>
            </a:extLst>
          </p:cNvPr>
          <p:cNvSpPr txBox="1"/>
          <p:nvPr/>
        </p:nvSpPr>
        <p:spPr>
          <a:xfrm>
            <a:off x="369455" y="341745"/>
            <a:ext cx="591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Roberta-Base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079201-7F75-CE13-4032-A8BDD12E9914}"/>
              </a:ext>
            </a:extLst>
          </p:cNvPr>
          <p:cNvSpPr txBox="1"/>
          <p:nvPr/>
        </p:nvSpPr>
        <p:spPr>
          <a:xfrm>
            <a:off x="1131455" y="1214583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Single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C2BF41-3A2F-A4A4-87C7-C2CB9997EBA1}"/>
              </a:ext>
            </a:extLst>
          </p:cNvPr>
          <p:cNvSpPr txBox="1"/>
          <p:nvPr/>
        </p:nvSpPr>
        <p:spPr>
          <a:xfrm>
            <a:off x="1131455" y="4438072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308DE3-8ED5-0D13-A24E-5ED4A61B64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4" t="2183" r="1511" b="3970"/>
          <a:stretch/>
        </p:blipFill>
        <p:spPr>
          <a:xfrm>
            <a:off x="4405745" y="637309"/>
            <a:ext cx="6530110" cy="28725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3FAC02-8D0C-5FDC-AB63-36E43AEF59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75"/>
          <a:stretch/>
        </p:blipFill>
        <p:spPr>
          <a:xfrm>
            <a:off x="4405745" y="3472873"/>
            <a:ext cx="6654800" cy="312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95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DC3795A-EF14-2CCC-D882-127E777B2C5C}"/>
              </a:ext>
            </a:extLst>
          </p:cNvPr>
          <p:cNvSpPr txBox="1"/>
          <p:nvPr/>
        </p:nvSpPr>
        <p:spPr>
          <a:xfrm>
            <a:off x="369455" y="341745"/>
            <a:ext cx="591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Albert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B079201-7F75-CE13-4032-A8BDD12E9914}"/>
              </a:ext>
            </a:extLst>
          </p:cNvPr>
          <p:cNvSpPr txBox="1"/>
          <p:nvPr/>
        </p:nvSpPr>
        <p:spPr>
          <a:xfrm>
            <a:off x="1131455" y="1214583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Single Model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6C2BF41-3A2F-A4A4-87C7-C2CB9997EBA1}"/>
              </a:ext>
            </a:extLst>
          </p:cNvPr>
          <p:cNvSpPr txBox="1"/>
          <p:nvPr/>
        </p:nvSpPr>
        <p:spPr>
          <a:xfrm>
            <a:off x="1131455" y="4438072"/>
            <a:ext cx="196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6C2999-9D0F-ED8C-33BF-EFEA6436EB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2" t="2130" r="-1" b="3950"/>
          <a:stretch/>
        </p:blipFill>
        <p:spPr>
          <a:xfrm>
            <a:off x="4470399" y="665018"/>
            <a:ext cx="6590145" cy="27201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CA6421-3854-B3DA-D1B0-4DD3A3AA19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04" b="1"/>
          <a:stretch/>
        </p:blipFill>
        <p:spPr>
          <a:xfrm>
            <a:off x="4470399" y="3927723"/>
            <a:ext cx="6590145" cy="276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53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16</Words>
  <Application>Microsoft Office PowerPoint</Application>
  <PresentationFormat>宽屏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贺 帅</dc:creator>
  <cp:lastModifiedBy>贺 帅</cp:lastModifiedBy>
  <cp:revision>1</cp:revision>
  <dcterms:created xsi:type="dcterms:W3CDTF">2023-01-06T08:56:11Z</dcterms:created>
  <dcterms:modified xsi:type="dcterms:W3CDTF">2023-01-07T09:11:59Z</dcterms:modified>
</cp:coreProperties>
</file>